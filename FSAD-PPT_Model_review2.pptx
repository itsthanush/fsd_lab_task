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71" r:id="rId9"/>
    <p:sldId id="262" r:id="rId10"/>
    <p:sldId id="263" r:id="rId11"/>
    <p:sldId id="264" r:id="rId12"/>
    <p:sldId id="266" r:id="rId13"/>
    <p:sldId id="269" r:id="rId14"/>
    <p:sldId id="267" r:id="rId15"/>
    <p:sldId id="268" r:id="rId16"/>
    <p:sldId id="270" r:id="rId17"/>
    <p:sldId id="265" r:id="rId18"/>
  </p:sldIdLst>
  <p:sldSz cx="18288000" cy="10287000"/>
  <p:notesSz cx="6858000" cy="9144000"/>
  <p:embeddedFontLst>
    <p:embeddedFont>
      <p:font typeface="Cambria" panose="02040503050406030204" pitchFamily="18" charset="0"/>
      <p:regular r:id="rId22"/>
    </p:embeddedFont>
    <p:embeddedFont>
      <p:font typeface="Bookman Old Style" panose="02050604050505020204" pitchFamily="18" charset="0"/>
      <p:regular r:id="rId23"/>
    </p:embeddedFont>
    <p:embeddedFont>
      <p:font typeface="Gotham"/>
      <p:regular r:id="rId24"/>
    </p:embeddedFont>
    <p:embeddedFont>
      <p:font typeface="Calibri" panose="020F050202020403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5" d="100"/>
          <a:sy n="45" d="100"/>
        </p:scale>
        <p:origin x="-81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8726839" y="-259090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PROJECT REVIEW : MILESTONE PROJECT – 1</a:t>
            </a:r>
            <a:endParaRPr lang="en-IN" sz="3600" b="1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Date: 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17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-04-2026</a:t>
            </a:r>
            <a:endParaRPr lang="en-IN" sz="3600" b="1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89179" y="5895082"/>
            <a:ext cx="15784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Design and develop a React JS based web application for Ticket Booking of an Internal Department </a:t>
            </a:r>
            <a:r>
              <a:rPr 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Event.</a:t>
            </a:r>
            <a:endParaRPr lang="en-IN" sz="32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G.THANUSH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VTU24725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23UECS1071.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32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Dr.</a:t>
            </a:r>
            <a:r>
              <a:rPr lang="en-I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IN" sz="32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Hafizur</a:t>
            </a:r>
            <a:r>
              <a:rPr lang="en-I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IN" sz="32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Rahman</a:t>
            </a:r>
            <a:endParaRPr lang="en-IN" sz="3000" dirty="0">
              <a:latin typeface="Times New Roman" panose="02020503050405090304" pitchFamily="18" charset="0"/>
              <a:ea typeface="Cambria" panose="02040503050406030204" pitchFamily="18" charset="0"/>
              <a:cs typeface="Times New Roman" panose="0202050305040509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SDG: SDG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638300"/>
            <a:ext cx="15082325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Event ticket booking is essential for managing registrations efficiently</a:t>
            </a:r>
            <a:endParaRPr lang="en-US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Manual booking systems are time-consuming and error-prone</a:t>
            </a:r>
            <a:endParaRPr lang="en-US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This project provides an online platform for booking event tickets</a:t>
            </a:r>
            <a:endParaRPr lang="en-US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It allows users to view event details and book tickets easily</a:t>
            </a:r>
            <a:endParaRPr lang="en-US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The system updates ticket availability in real-time</a:t>
            </a:r>
            <a:endParaRPr lang="en-US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It improves accuracy and reduces manual effort</a:t>
            </a:r>
            <a:endParaRPr lang="en-US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Useful for colleges and internal department events</a:t>
            </a:r>
            <a:endParaRPr lang="en-US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Built using React JS</a:t>
            </a:r>
            <a:endParaRPr lang="en-US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Simplifies event management and enhances user experience</a:t>
            </a:r>
            <a:endParaRPr lang="en-IN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Many institutions use manual methods for event registration</a:t>
            </a:r>
            <a:endParaRPr lang="en-US" sz="4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Manual systems lead to errors and data inconsistency</a:t>
            </a:r>
            <a:endParaRPr lang="en-US" sz="4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No real-time tracking of available tickets</a:t>
            </a:r>
            <a:endParaRPr lang="en-US" sz="4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Difficult to manage large number of participants</a:t>
            </a:r>
            <a:endParaRPr lang="en-US" sz="4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Time-consuming and inefficient process</a:t>
            </a:r>
            <a:endParaRPr lang="en-US" sz="4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Lack of centralized system for booking management</a:t>
            </a:r>
            <a:endParaRPr lang="en-US" sz="4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Risk of overbooking or duplicate entries</a:t>
            </a:r>
            <a:endParaRPr lang="en-US" sz="4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4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Need for an automated and reliable booking system</a:t>
            </a:r>
            <a:endParaRPr lang="en-IN" sz="4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209800" y="1638300"/>
            <a:ext cx="15082325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To design and develop a web-based ticket booking system</a:t>
            </a:r>
            <a:endParaRPr 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To provide real-time event details and ticket availability</a:t>
            </a:r>
            <a:endParaRPr 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To allow users to book tickets easily</a:t>
            </a:r>
            <a:endParaRPr 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To prevent overbooking of tickets</a:t>
            </a:r>
            <a:endParaRPr 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To implement proper input validation</a:t>
            </a:r>
            <a:endParaRPr 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To improve efficiency and reduce manual errors</a:t>
            </a:r>
            <a:endParaRPr 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To enhance user experience using React JS</a:t>
            </a:r>
            <a:endParaRPr lang="en-IN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A web-based application for booking event tickets</a:t>
            </a:r>
            <a:endParaRPr 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Displays complete event information to users</a:t>
            </a:r>
            <a:endParaRPr 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Allows users to enter details and book tickets online</a:t>
            </a:r>
            <a:endParaRPr 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Automatically updates available ticket count</a:t>
            </a:r>
            <a:endParaRPr 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Prevents booking more tickets than available</a:t>
            </a:r>
            <a:endParaRPr 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Provides instant booking confirmation</a:t>
            </a:r>
            <a:endParaRPr 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Implements validation for all input fields</a:t>
            </a:r>
            <a:endParaRPr 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Improves efficiency, accuracy, and user experience</a:t>
            </a:r>
            <a:endParaRPr lang="en-IN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739109" y="1987111"/>
            <a:ext cx="174498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The system is a web-based React application for ticket booking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User interacts through the frontend interface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(React JS)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Input Module: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User enters name, email, department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Selects number of tickets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Processing Module: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Validates user inputs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Checks ticket availability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Prevents overbooking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Calculates total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amount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2770214"/>
            <a:ext cx="6849215" cy="70632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905000" y="2151175"/>
            <a:ext cx="12115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State Management: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</a:t>
            </a:r>
            <a:r>
              <a:rPr lang="en-US" sz="32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useState</a:t>
            </a: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used to manage ticket count and booking data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Output Module: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Displays booking confirmation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Shows updated available tickets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Displays booking summary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The system works without backend (uses local state)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Ensures fast performance and user-friendly experience</a:t>
            </a:r>
            <a:endParaRPr lang="en-IN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IN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252495"/>
            <a:ext cx="12268201" cy="817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TECHNOLOGIES USED</a:t>
            </a:r>
            <a:endParaRPr lang="en-IN" sz="4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buFontTx/>
              <a:buChar char="-"/>
            </a:pPr>
            <a:endParaRPr lang="en-IN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Frontend: React JS</a:t>
            </a:r>
            <a:endParaRPr lang="en-IN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Languages: JavaScript, HTML, CSS</a:t>
            </a:r>
            <a:endParaRPr lang="en-IN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State Management: </a:t>
            </a:r>
            <a:r>
              <a:rPr lang="en-IN" sz="4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useState</a:t>
            </a:r>
            <a:r>
              <a:rPr lang="en-IN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(React Hook)</a:t>
            </a:r>
            <a:endParaRPr lang="en-IN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Build Tool: </a:t>
            </a:r>
            <a:r>
              <a:rPr lang="en-IN" sz="4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Vite</a:t>
            </a:r>
            <a:endParaRPr lang="en-IN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Tools: VS Code, Web Browser (Chrome)</a:t>
            </a:r>
            <a:endParaRPr lang="en-IN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Environment: Node.js &amp; </a:t>
            </a:r>
            <a:r>
              <a:rPr lang="en-IN" sz="4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npm</a:t>
            </a:r>
            <a:endParaRPr lang="en-IN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Operating System: Windows</a:t>
            </a:r>
            <a:endParaRPr lang="en-IN" sz="4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Module 1: Event Details Module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Displays event name, department, date, time, venue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Shows ticket price and available tickets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Module 2: Ticket Booking Module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Allows user to enter name, email, department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User selects number of tickets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Module 3: Validation Module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Validates all input fields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Checks email format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Ensures ticket count is valid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Module 4: Booking Processing Module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Checks ticket availability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Prevents overbooking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Calculates total amount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Module 5: Output Module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Displays booking confirmation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Shows updated ticket count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Displays booking summary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025" y="1661795"/>
            <a:ext cx="12553950" cy="6962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0" y="1872895"/>
            <a:ext cx="12192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Event Booking Page: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Displays event details such as event name, department, date, time, and venue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Shows available number of tickets dynamically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Displays ticket price information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Provides a user-friendly booking form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User can enter: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Full Name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Email ID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Department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Number of tickets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Includes input validation for all fields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Prevents invalid or empty submissions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Allows users to confirm registration easily</a:t>
            </a:r>
            <a:endParaRPr lang="en-I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50" y="1785620"/>
            <a:ext cx="12611100" cy="6715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57400" y="1982348"/>
            <a:ext cx="134874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Booking Confirmation Page: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Displays confirmation message after successful booking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Shows registration reference ID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Displays user details: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Name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Department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Shows booking details: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Number of tickets booked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- Total amount paid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Updates available ticket count in real-time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Provides option to start a new booking session</a:t>
            </a:r>
            <a:endParaRPr lang="en-I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71800" y="1701544"/>
            <a:ext cx="9144000" cy="72943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ADVANTAGES</a:t>
            </a:r>
            <a:endParaRPr lang="en-US" sz="3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Easy and user-friendly interface</a:t>
            </a:r>
            <a:endParaRPr lang="en-US" sz="3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Real-time ticket availability</a:t>
            </a:r>
            <a:endParaRPr lang="en-US" sz="3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Prevents overbooking</a:t>
            </a:r>
            <a:endParaRPr lang="en-US" sz="3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Reduces manual errors</a:t>
            </a:r>
            <a:endParaRPr lang="en-US" sz="3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Fast and efficient booking system</a:t>
            </a:r>
            <a:endParaRPr lang="en-US" sz="3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3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LIMITATIONS</a:t>
            </a:r>
            <a:endParaRPr lang="en-US" sz="3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No backend/database (data not stored permanently)</a:t>
            </a:r>
            <a:endParaRPr lang="en-US" sz="3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No user authentication system</a:t>
            </a:r>
            <a:endParaRPr lang="en-US" sz="3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Limited to small-scale usage</a:t>
            </a:r>
            <a:endParaRPr lang="en-US" sz="3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 Requires internet/browser</a:t>
            </a:r>
            <a:endParaRPr lang="en-IN" sz="3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/>
              <a:ea typeface="Gotham Bold Italics"/>
              <a:cs typeface="Gotham Bold Italics"/>
              <a:sym typeface="Gotham Bold Italics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4975</Words>
  <Application>WPS Presentation</Application>
  <PresentationFormat>Custom</PresentationFormat>
  <Paragraphs>455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Gotham Bold Italics</vt:lpstr>
      <vt:lpstr>Thonburi</vt:lpstr>
      <vt:lpstr>Calibri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ACER</dc:creator>
  <cp:lastModifiedBy>computer</cp:lastModifiedBy>
  <cp:revision>21</cp:revision>
  <dcterms:created xsi:type="dcterms:W3CDTF">2026-04-17T04:55:40Z</dcterms:created>
  <dcterms:modified xsi:type="dcterms:W3CDTF">2026-04-17T04:55:40Z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27133E3546F5570C4CBDE16993D9A420_43</vt:lpwstr>
  </property>
  <property fmtid="{D5CDD505-2E9C-101B-9397-08002B2CF9AE}" pid="3" name="KSOProductBuildVer">
    <vt:lpwstr>1033-12.1.23155.23155</vt:lpwstr>
  </property>
</Properties>
</file>